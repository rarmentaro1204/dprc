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Obiettivo della sessione: capire insieme come nascono oggi le offerte, e poi vedere dal vivo come il configuratore le genera. Durata prevista: 15-20 minuti compresa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percorso che si vede in quasi tutte le realtà commerciali: lo presento come ipotesi, non come dato. Chiedere a loro dove si riconoscono e dove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interattiva: fare le quattro domande ai commerciali e annotare le risposte (a voce o sulla lavagna). Non ho numeri di partenza: sono loro la fonte. Se emergono cifre, ricalcolare in diretta il tempo perso nel mese = offerte x minuti x % copia-incolla.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spostiamo la discussione dal tempo al rischio: gli errori e l'immagine pesano più dei minuti. Chiedere se è mai capitato di mandare un'offerta con un dato sbagliato.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attributi proposti: sono una base di discussione. Lasciare 1-2 minuti perché i commerciali dicano che cosa vogliono che il cliente pensi quando apre il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Passaggio dal problema alla soluzione.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i cinque passi in 1-2 minuti, senza entrare nei dettagli: li vedranno dal vivo nella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 funzioni, non una lista infinita. Il punto da sottolineare è sconti: lo sconto di riga si somma al generale in cascata, esattamente come ragionano i commerciali (es. 40+5+10).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Confronto qualitativo, senza numeri: i tempi veri li misuriamo dopo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la parte di slide con le richieste concrete. La matrice prezzi è un Excel con una sola colonna modificabile: il resto è bloccato.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dal vivo sul configuratore: aprire il file, inserire un cliente, scegliere una macchina ATEX (mostrare filtro protezione e foto), aggiungere uno sconto generale e uno extra di riga, aprire l'anteprima e salvare il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371600" cy="2355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URO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926080" cy="50249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Offerte più veloci, più coerenti, più professionali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configuratore offerte Depureco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ai commerciali e alla direzione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nasce un'offerta oggi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percorso tipico, dalla richiesta del cliente all'invio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560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 la richiesta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o telefonata del cliente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2316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0322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560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3288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cerca il modello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53288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Catalogo, listino, vecchie offerte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768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7774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560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0740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 incolla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40740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e prezzi da file e mail precedenti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5226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2560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8192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calcolano gli sconti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28192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mano, riga per riga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804672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52678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25603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15644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impagina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815644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 PDF, ogni volta diverso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9921240" y="2103120"/>
            <a:ext cx="169164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401300" y="23774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180" y="25603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030968" y="329184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invia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10030968" y="397764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mail, e si archivia a parte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tipico, da confermare con voi: ogni passaggio manuale è un punto in cui si perde tempo o si introduce un errore.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numeri da mettere sul tavolo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raccogliamo insieme, adesso: servono per dimensionare il problema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4117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48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Quante offerte facciamo?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926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mese, in totale e per commerciale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3429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Risposta: ____________________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44068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241173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148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Quante nascono da copia-incolla?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2926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una mail precedente, un Word, un vecchio PDF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34290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Risposta: ____________________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4068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51485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42519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ci mettiamo?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5029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Minuti per offerta, e quanti ne perdiamo nel mese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5532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Risposta: ____________________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72200" y="4023360"/>
            <a:ext cx="544068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343400"/>
            <a:ext cx="685800" cy="68580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0" y="451485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42519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impressione vogliamo dare?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360920" y="5029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cliente, quando riceve il nostro documento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360920" y="5532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78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copia-incolla costa più del tempo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solo una questione di minuti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20231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874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offerta riparte quasi da zero, e il tempo è tolto alla vendita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8460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566160" y="2697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Prezzi, sconti e specifiche di un modello sbagliato finiscono nel documento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6690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3566160" y="3520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prodotto, descrizioni e dati diversi a seconda di chi ha scritto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449199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43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Immagine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3566160" y="4343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offerta ha un aspetto diverso: marchio, impaginazione, foto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531495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5166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3566160" y="5166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prodotti ATEX, una marcatura sbagliata è un problema serio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impressione deve fare un'offerta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giudica l'azienda anche da come è fatto il documento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layout e marchio, sempre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55848" y="2011680"/>
            <a:ext cx="26517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0168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Corretta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3840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tecnici e prezzi dal catalogo, non dalla memoria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63056" y="2011680"/>
            <a:ext cx="26517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7376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840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 nello stesso giorno, non dopo giorni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970264" y="2011680"/>
            <a:ext cx="265176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44584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2468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44584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Tecnica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3840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complete, foto, marcatura ATEX corretta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voi, che cosa aggiungereste?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37687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configuratore offerte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cliente al PDF in cinque passi, con il catalogo Depureco dentro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funziona: cinque passi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sola volta, il documento si costruisce da solo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312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Cliente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77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Anagrafica, referente, oggetto. Il numero offerta è progressivo.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788920" y="2011680"/>
            <a:ext cx="210312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6324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1752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Applicazione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17520" y="3977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Polvere, rischio, zona ATEX, portata richiesta: finiscono nell'offerta.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29200" y="2011680"/>
            <a:ext cx="210312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0352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5780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Prodotto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3977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modelli in 11 categorie, filtri ATEX / ACD e per serie.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269480" y="2011680"/>
            <a:ext cx="210312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4380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468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Opzioni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3977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Accessori, foto, sconti, consegna, pagamento, validità.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9509760" y="2011680"/>
            <a:ext cx="210312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84080" y="22860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468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3836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Offerta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738360" y="3977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Anteprima A4 con marchio: si modifica e si salva in PDF.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cosa c'è dentro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Pensato per il lavoro vero dei commerciali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3431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integrato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modelli con specifiche, foto e marcatura ATEX dal sito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19456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23431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Sconti a cascata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Sconto generale più sconto extra sulla singola riga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19456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23431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lingue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Italiano, inglese, spagnolo, francese, tedesco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548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206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A4 con marchio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Copertina, lettera, schede, prezzi, condizioni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3548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206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Modificabile a video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Descrizioni, prezzi e specifiche si ritoccano nell'anteprima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661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35483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206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richiamo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Numerazione progressiva e offerte ripresentabili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e dopo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lavoro, due modi di farlo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94960" cy="548640"/>
          </a:xfrm>
          <a:prstGeom prst="rect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configuratore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cerca nei file e nelle vecchie mail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51460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sceglie dal catalogo, con filtri e ricerca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278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e prezzi copiati a mano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227832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32278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tecnici e foto arrivano dal catalogo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94106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Sconti calcolati su un foglio a parte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3941064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94106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Sconto generale e di riga, calcolati in automatico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542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documento ha un aspetto diverso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4654296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6542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layout e marchio in ogni offerta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675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offerta e archivio gestiti a mano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5367528"/>
            <a:ext cx="5394960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53675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progressivo e registro delle offerte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partire servono quattro cose da voi</a:t>
            </a:r>
            <a:endParaRPr lang="en-US" sz="3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configuratore è pronto: mancano i dati che solo Depureco ha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prezzi di listino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8745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colonna da compilare nella matrice Excel che vi consegniamo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880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 e ricambi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394960" y="28803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Codici, descrizioni e prezzi (non sono sul sito)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commerciali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3886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mail e telefono di chi firma le offerte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74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892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 di vendita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5394960" y="48920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testo ufficiale da inserire in coda all'offerta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787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Vediamolo in funzione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richiesta vera, dall'inizio al PDF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oggetto dell'offerta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macchina ATEX dal catalogo, con foto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548640" cy="54864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572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Sconto generale + sconto extra di riga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AA1917"/>
          </a:solidFill>
          <a:ln w="12700">
            <a:solidFill>
              <a:srgbClr val="AA19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349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Anteprima, ritocco e PDF finale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ureco">
  <a:themeElements>
    <a:clrScheme name="Depureco">
      <a:dk1>
        <a:srgbClr val="171717"/>
      </a:dk1>
      <a:lt1>
        <a:srgbClr val="FFFFFF"/>
      </a:lt1>
      <a:dk2>
        <a:srgbClr val="AA1917"/>
      </a:dk2>
      <a:lt2>
        <a:srgbClr val="F5F5F5"/>
      </a:lt2>
      <a:accent1>
        <a:srgbClr val="AA1917"/>
      </a:accent1>
      <a:accent2>
        <a:srgbClr val="FFD017"/>
      </a:accent2>
      <a:accent3>
        <a:srgbClr val="4A4A4A"/>
      </a:accent3>
      <a:accent4>
        <a:srgbClr val="878787"/>
      </a:accent4>
      <a:accent5>
        <a:srgbClr val="660F0E"/>
      </a:accent5>
      <a:accent6>
        <a:srgbClr val="ECECEC"/>
      </a:accent6>
      <a:hlink>
        <a:srgbClr val="AA1917"/>
      </a:hlink>
      <a:folHlink>
        <a:srgbClr val="660F0E"/>
      </a:folHlink>
    </a:clrScheme>
    <a:fontScheme name="Depurec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Configuratore offerte Depureco</dc:title>
  <dc:subject>PptxGenJS Presentation</dc:subject>
  <dc:creator>Roberto Armentaro</dc:creator>
  <cp:lastModifiedBy>Roberto Armentaro</cp:lastModifiedBy>
  <cp:revision>1</cp:revision>
  <dcterms:created xsi:type="dcterms:W3CDTF">2026-10-12T14:37:39Z</dcterms:created>
  <dcterms:modified xsi:type="dcterms:W3CDTF">2026-10-12T14:37:39Z</dcterms:modified>
</cp:coreProperties>
</file>